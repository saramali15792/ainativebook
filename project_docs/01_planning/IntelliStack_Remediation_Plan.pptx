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IntelliStack Architecture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A896"/>
                </a:solidFill>
              </a:rPr>
              <a:t>Comprehensive Remediation Plan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The Challenge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E74C3C"/>
                </a:solidFill>
              </a:rPr>
              <a:t>14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A1A1A"/>
                </a:solidFill>
              </a:rPr>
              <a:t>Total Issues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43200" y="118872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E74C3C"/>
                </a:solidFill>
              </a:rPr>
              <a:t>3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A1A1A"/>
                </a:solidFill>
              </a:rPr>
              <a:t>CRITICAL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39C12"/>
                </a:solidFill>
              </a:rPr>
              <a:t>5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A1A1A"/>
                </a:solidFill>
              </a:rPr>
              <a:t>HIGH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A896"/>
                </a:solidFill>
              </a:rPr>
              <a:t>6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6656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A1A1A"/>
                </a:solidFill>
              </a:rPr>
              <a:t>MEDIUM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E5E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⚠️  CRITICAL: Authentication bypass via hardcoded user ID allows any user to access any other user's learning progress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🔴 Critical Issues (Week 1)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[CRITICAL] Hardcoded User ID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Returns same UUID for all users → complete auth bypass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[CRITICAL] Duplicate JWT Validation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JWT validated twice (middleware + dependency) → 2x slower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[CRITICAL] Silent Algorithm Failure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Invalid tokens fail silently with no error message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🟡 High Priority Issues (Weeks 2-3)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[HIGH] CORS Misconfiguration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Hardcoded origins, credentials allowed globally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[HIGH] Router Prefix Chaos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Inconsistent routing configuration across modules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The Solution: 3-Phase Approach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Security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Week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Fix hardcoded ID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Fix algorithms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Fix CORS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Add tracing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51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91840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Architecture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900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Weeks 2-3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747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Remove duplication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7472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Fix routing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472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Standardize errors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051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3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26480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Hardening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364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Weeks 4-8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0936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&gt;90% testing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Monitoring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093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Documentation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📋 Phase 1: Security Hardening (Week 1)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1. Monday-Tuesday: Fix Hardcoded User ID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Replace hardcoded UUID with real Depends(get_current_user) - 4 hours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2. Wednesday: Fix Algorithm Validation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Raise HTTPException instead of silent failure - 3 hours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3. Thursday: Fix CORS + Add Request Tracing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Move origins to .env, add unique request ID to all logs - 3 hours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91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4. Friday: Validation Gate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Demo results, run tests, approve Phase 2 proceeding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1: Expected Outcomes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Zero authentication bypass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All errors explicit (not silent)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Request ID in every log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035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CORS configurable per environment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Production baseline established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2 &amp; 3: Architecture &amp; Hardening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39C12"/>
                </a:solidFill>
              </a:rPr>
              <a:t>PHASE 2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Remove duplicate JWT validation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Fix router prefix chaos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Standardize error handling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Consistent logging format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Auth 2x faster!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A896"/>
                </a:solidFill>
              </a:rPr>
              <a:t>PHASE 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&gt;90% test coverage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Monitoring dashboards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Rate limiting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Complete documentation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Production-ready!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Timeline &amp; Milestones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Week 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Phase 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Gate 1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Weeks 2-3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Phase 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Gate 2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Weeks 4-8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A1A1A"/>
                </a:solidFill>
              </a:rPr>
              <a:t>Phase 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Ready!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Total Timeline: 4-8 weeks  |  Total Effort: 64-74 hours  |  Risk Level: LOW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Team &amp; Resources Required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Phase 1 (Week 1)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2 Backend Engineers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1 QA Engineer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1 Tech Lead (oversight)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Total: ~14-20 hours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Full Duration (4-8 weeks)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2 Backend Engineers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1 QA Engineer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1 DevOps Engineer (Phase 3)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48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• 1 Tech Lead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Total: ~64-74 hours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Success Metrics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Phase 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Zero auth bypasses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All errors explicit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Request tracing enabled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Phase 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Auth 2x faster (100→50ms)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No duplicate code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Clean architecture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Phase 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&gt;90% test coverage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Monitoring live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✓ Docs complete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Next Steps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8016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TODAY: Read all 6 documents (QUICK_START_GUIDE.md, README_REMEDIATION.md)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80160" y="1627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TODAY: Discuss plan with team leads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76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3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80160" y="2176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MONDAY: Team kickoff meeting (1 hour)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4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80160" y="2724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MONDAY: Assign Phase 1 tasks from IMPLEMENTATION_TASKS.md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73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5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80160" y="3273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DAILY: 15-min standups on blockers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22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6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80160" y="3822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1A1A"/>
                </a:solidFill>
              </a:rPr>
              <a:t>FRIDAY: Phase 1 Validation Gate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Ready to Build Something Great! 💪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2C39A"/>
                </a:solidFill>
              </a:rPr>
              <a:t>Secure • Fast • Well-Tested • Production-Ready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A896"/>
                </a:solidFill>
              </a:rPr>
              <a:t>Questions?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2026-03-16T18:58:50Z</dcterms:created>
  <dcterms:modified xsi:type="dcterms:W3CDTF">2026-03-16T18:58:50Z</dcterms:modified>
</cp:coreProperties>
</file>